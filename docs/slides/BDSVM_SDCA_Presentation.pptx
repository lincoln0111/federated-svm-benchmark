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BDSVM Analysis &amp; SDCA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rPr dirty="0"/>
              <a:t>Research Group Meeting | April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BDSVM Paper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📄 Paper Information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Title: Budget Distributed SVM for Non-IID FL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Journal: ACM TIST 2022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Code Source: MUSKETEER H2020 Project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🎯 Core Innovation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Send Gram matrices instead of full models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Support non-IID data distribution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Strong privacy protection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Efficient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SVM Implementation Type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Answer: Primal-Dual Hybrid Form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🔑 Key Evidence: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① Send Gram matrices K(xᵢ, xⱼ)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② Model stores weights w and bias b (primal)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③ Dual variables maintained implicitly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④ Reconstruct and update at aggregator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💡 Why This Design?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Privacy: Don't expose support vectors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Efficiency: Gram matrix size manageable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Scalability: Support nonlinear SVM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Budget: Limit number of support vectors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BDSVM Algorithm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🔄 Iterative Process: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Step 1: Aggregator → Workers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Broadcast model weights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Step 2: Workers - Local Update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Compute local Gram matrices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Step 3: Workers → Aggregator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Send updated Gram matrices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Step 4: Aggregator - Global Update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Combine matrices &amp; update global model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Step 5: Repeat until Convergence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SDCA: Why Better than SGD?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📈 SGD Disadvantages: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✗ No clear stopping criterion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✗ Too aggressive when λ is small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✗ Slow convergence at high precision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SDCA Advantages: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Excellent for non-smooth losses (Hinge Loss)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More stable convergence (linear)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Ideal for SVM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Clear stopping criterion (duality gap)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Mathematical Concepts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📐 Primal Problem: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min_w F(w) = (1/n)Σᵢφᵢ(w) + ψ(w)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📐 Dual Problem: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max_α D(α) = ... (convex conjugate form)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📐 Primal-Dual Gap: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Gap = P(w) − D(α)  ≥ 0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Most natural convergence measure!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🎯 SDCA Core Idea: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Update only one dual variable αᵢ per iteration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SDCA Algorithm Pseudocode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for t = 0, 1, 2, ... do: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1️⃣ Randomly pick sample 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2️⃣ Compute gradient 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3️⃣ Dual update (closed-form!)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Δαᵢ = optimal update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4️⃣ Execute update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αᵢ ← αᵢ + Δαᵢ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5️⃣ Reconstruct primal variable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w = reconstruct from 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Convergence Rate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🏃 Iterations to ε-accuracy: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SGD (Gradient Descent):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O(1/(λε))  ← depends on 1/λ!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SDCA (Dual Coordinate Ascent):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O((n + κ) log(1/ε))  ← linear convergence!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📊 When is SDCA Better?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When n + κ &lt;&lt; 1/(λε)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When λ is very small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When n is very large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SVM is Special for SDCA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🎯 SVM Hinge Loss is Non-smooth: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φᵢ(w) = max(0, 1 − yᵢ(w·xᵢ))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❌ Non-smooth Challenges: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SGD: Requires subgradient, converges slowly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Gradient methods: Not applicable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SDCA's Magic: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Dual function is strongly convex!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Even if primal is non-smooth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→ Closed-form solution exists!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→ Fast convergence!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SDCA Implementation Points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1️⃣ Closed-form Solution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Analytical update for each αᵢ → fast computation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2️⃣ Maintain Both Variables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Keep w and α → monitor P(w)−D(α)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3️⃣ Stopping Criterion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Monitor primal-dual gap ≤ ε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4️⃣ Mini-batch Extension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Update m samples per iteration → parallel-friendly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5️⃣ Different Loss Functions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SVM, Logistic Regression all have closed-form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Your Research Direction: Gossip-SDCA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🎯 Gossip DUMB SDCA Framework: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1️⃣ Local SDCA Iteration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Each node runs SDCA on local 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2️⃣ Dual Variable Communication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Send α increments (not full values)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3️⃣ Gossip Aggregation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ᾱ = average α with neighbors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4️⃣ Primal Reconstruction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w = reconstruct from averaged α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5️⃣ Convergence Check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Use P(w) − D(α) as distributed stopping criterion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Gossip-Katyusha-SDCA: Acceleration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🚀 Gossip DUMB SDCA: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Decentralized, no acceleration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⚡ Gossip Katyusha SDCA (Your Goal!):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Add negative momentum to SDCA dual update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Use Katyusha in Gossip aggregation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📈 Expected Benefits: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Acceleration: √κ rate (vs regular κ)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Decentralization: Gossip communication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Natural Metric: primal-dual gap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✓ Stability: Better than Nesterov momentum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BDSVM Uses Primal-Dual Hybrid Form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Send Gram matrices, strong privacy, efficient communication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SDCA Beats SGD for SVM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Especially when λ is small or n is large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SDCA is Best for SVM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Non-smooth Hinge Loss becomes strongly convex in dual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Primal-Dual Gap is Key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Natural convergence metric, doesn't need w*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✅ Gossip-Katyusha-SDCA is Promising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Combines decentralization, speed, and natural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C8C8"/>
                </a:solidFill>
              </a:defRPr>
            </a:pPr>
            <a:r>
              <a:t>Discussion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797</Words>
  <Application>Microsoft Office PowerPoint</Application>
  <PresentationFormat>On-screen Show (4:3)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师傅 叶</cp:lastModifiedBy>
  <cp:revision>2</cp:revision>
  <dcterms:created xsi:type="dcterms:W3CDTF">2013-01-27T09:14:16Z</dcterms:created>
  <dcterms:modified xsi:type="dcterms:W3CDTF">2026-04-15T19:33:07Z</dcterms:modified>
  <cp:category/>
</cp:coreProperties>
</file>